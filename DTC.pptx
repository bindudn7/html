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3535-8FEB-86D3-DFB7-F80CC82FE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4E1DA-62F5-6A7F-2FF5-83569716C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AFC9-0688-941E-9577-757A3B50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D6A09-9745-22B9-8668-DF3BC468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4388-78A3-19D7-D338-0A8C03C7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8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2C36-8336-E033-A6BA-44363E95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6DA5-A312-1586-D67F-5BDD929C5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7FA0-71EF-F4C8-C02E-2DBB3018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9D9CE-78CE-B77D-3998-BDCBA297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2370C-3FB9-D5E3-5DC0-A30EBA5D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5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558A-54D6-C737-515E-8878454C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C28C-8574-0DD1-6A85-80C0760FA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47ACF-BF1B-0E0F-D15A-86C75AB9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EBD49-0129-594F-5DEA-E477AE1B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B24A-B2BF-712D-5416-971A75CF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8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4CF6-8997-F2D6-5D34-CFA0E380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7A47-5F34-260B-8485-2C5B4CBCB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3D480-57B1-8D61-1101-DB0F26758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46CB0-6503-E801-A078-81BD39FD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1C588-06BB-3E42-5D58-9C453264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3F6B8-983B-75AA-ECA0-FD33F735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7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B668-9D41-E08E-67CC-FF3F9D10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ADB6C-A059-9041-A2B1-87BF64C4D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2B477-6418-2E6D-3C86-C6A8F84B1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93765-65EA-5325-D74C-9DA927655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2D93C-0F5A-A25F-BDFD-8DE88D2D1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750CA-E24E-1F7D-6997-986F9E9A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D01F8-7082-B952-FC8B-0E6C0933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8D743-804A-73D5-1FE5-A0728AB2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8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894-AA6C-8938-386F-4B7C1AEF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76EDA-706E-9762-FB37-9E6ACEF6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5FE64-B9A5-5516-9562-6EA91286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35787-A41D-9A4C-D128-9626B130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8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113FC-4581-E19F-4BBC-93D13A4A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7869D-3F8D-07DC-E4F2-D7E229EE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9DE8F-C64D-8300-DA04-7747C83F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6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D5E6-D673-FA0A-22DA-947752D6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D4CB-C578-367D-C2A1-7BDB3DA85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3B022-A67A-7AEC-C9BB-4565D510C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34A69-5688-7C24-4ED0-E8D74378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47691-AF2B-9F73-8CFB-F680D415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5D42E-EFA1-97BA-55B6-9B6148FE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7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BD5E-3B20-47C1-F38B-42702FA5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AB267-1364-7520-E13F-48CE757AB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347B0-1A35-C112-7748-3369B441C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E2674-744B-EBB2-89ED-3496A056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0E31-6BC2-2FF7-6755-423E0F9C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1E4D1-5625-5E2D-4D55-992DAAA4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E297-A60C-F6AC-E74F-E077BC28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6F6DD-C0EE-4E3B-F521-8BD1BD93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0BF9F-6FB4-C9DE-AFA0-9C780C81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9EEF-5FDC-151D-1EC6-EB198584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C42F6-A63A-2178-6250-8F9DF2D6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3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4C844-D584-0024-EF19-D226C7303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04CCC-7724-8F72-8D36-393D652AD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47DB-3764-C8E6-DF18-99980C37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D253D-AB38-7D7C-BA4C-8249C887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BA66C-C45E-BC80-2149-4B32F4EA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226E-14C2-3C70-A165-85B0F4F2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4FB08-9F9B-4BC8-10FB-71443DB32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9CBC1-A53D-CF1A-E03B-FADDF122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C10B3-A44A-4F55-8B98-93E31007EA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A62AF-D80A-AB31-3A93-31F93FF55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9069D-0DB3-4294-2891-59DA08B3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7C70D-C508-4F30-9ABE-768C7349A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3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75DD-3655-129F-0D49-AD174CED51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DTC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979F6-D3A7-C267-5445-79264503A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01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5BF3B-C115-CF68-6778-AECF936C33A7}"/>
              </a:ext>
            </a:extLst>
          </p:cNvPr>
          <p:cNvSpPr txBox="1"/>
          <p:nvPr/>
        </p:nvSpPr>
        <p:spPr>
          <a:xfrm>
            <a:off x="352926" y="304801"/>
            <a:ext cx="1148614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DTC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an error code stored in the ECU when a fault is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Accessed using diagnostic protocols like UDS</a:t>
            </a:r>
          </a:p>
          <a:p>
            <a:r>
              <a:rPr lang="en-US" dirty="0"/>
              <a:t>DTC testing means: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Inject a faults -- Verify ECU detects it -- Check correct DTC is set -- Validate system response</a:t>
            </a:r>
          </a:p>
          <a:p>
            <a:r>
              <a:rPr lang="en-US" dirty="0"/>
              <a:t>How DTC Testing is Performed (Step-by-Step)</a:t>
            </a:r>
          </a:p>
          <a:p>
            <a:r>
              <a:rPr lang="en-US" dirty="0"/>
              <a:t>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Sensor 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normal signal → system works fine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Inject fault (e.g., short to ground)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ECU detects abnormal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ECU sets DTC (e.g., sensor failure)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Verify:</a:t>
            </a:r>
          </a:p>
          <a:p>
            <a:r>
              <a:rPr lang="en-US" dirty="0"/>
              <a:t>	DTC is stored</a:t>
            </a:r>
          </a:p>
          <a:p>
            <a:r>
              <a:rPr lang="en-US" dirty="0"/>
              <a:t>	Warning message triggered</a:t>
            </a:r>
          </a:p>
          <a:p>
            <a:r>
              <a:rPr lang="en-US" dirty="0"/>
              <a:t>	System goes to safe mode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62B6F3-E7CF-AFFA-6AD8-1053D5287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35774"/>
              </p:ext>
            </p:extLst>
          </p:nvPr>
        </p:nvGraphicFramePr>
        <p:xfrm>
          <a:off x="352926" y="5008738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656612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2414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Mapping Example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UDS (3-byte hex)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OBD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39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0x012345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P2345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29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0x0A1234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B1234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05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76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805C9-2D68-0E26-F752-2DBEA40F779E}"/>
              </a:ext>
            </a:extLst>
          </p:cNvPr>
          <p:cNvSpPr txBox="1"/>
          <p:nvPr/>
        </p:nvSpPr>
        <p:spPr>
          <a:xfrm>
            <a:off x="272716" y="256674"/>
            <a:ext cx="39463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1st Character (Letter): System</a:t>
            </a:r>
          </a:p>
          <a:p>
            <a:r>
              <a:rPr lang="en-US" dirty="0"/>
              <a:t>P → Powertrain (engine, transmission)</a:t>
            </a:r>
          </a:p>
          <a:p>
            <a:r>
              <a:rPr lang="en-US" dirty="0"/>
              <a:t>B → Body (airbags, doors)</a:t>
            </a:r>
          </a:p>
          <a:p>
            <a:r>
              <a:rPr lang="en-US" dirty="0"/>
              <a:t>C → Chassis (ABS, steering)</a:t>
            </a:r>
          </a:p>
          <a:p>
            <a:r>
              <a:rPr lang="en-US" dirty="0"/>
              <a:t>U → Network (CAN communication)</a:t>
            </a:r>
          </a:p>
          <a:p>
            <a:endParaRPr lang="en-US" dirty="0"/>
          </a:p>
          <a:p>
            <a:r>
              <a:rPr lang="en-US" b="1" dirty="0"/>
              <a:t>2nd Digit: Code Type</a:t>
            </a:r>
          </a:p>
          <a:p>
            <a:r>
              <a:rPr lang="en-US" dirty="0"/>
              <a:t>0 → Generic (standard OBD)</a:t>
            </a:r>
          </a:p>
          <a:p>
            <a:r>
              <a:rPr lang="en-US" dirty="0"/>
              <a:t>1 → Manufacturer-specific</a:t>
            </a:r>
          </a:p>
          <a:p>
            <a:r>
              <a:rPr lang="en-US" dirty="0"/>
              <a:t>2/3 → Additional definitions</a:t>
            </a:r>
          </a:p>
          <a:p>
            <a:endParaRPr lang="en-US" dirty="0"/>
          </a:p>
          <a:p>
            <a:r>
              <a:rPr lang="en-US" b="1" dirty="0"/>
              <a:t>3rd Digit: Subsystem</a:t>
            </a:r>
          </a:p>
          <a:p>
            <a:r>
              <a:rPr lang="en-US" dirty="0"/>
              <a:t>Example (for Powertrain):</a:t>
            </a:r>
          </a:p>
          <a:p>
            <a:r>
              <a:rPr lang="en-US" dirty="0"/>
              <a:t>1 → Fuel/Air</a:t>
            </a:r>
          </a:p>
          <a:p>
            <a:r>
              <a:rPr lang="en-US" dirty="0"/>
              <a:t>2 → Injector</a:t>
            </a:r>
          </a:p>
          <a:p>
            <a:r>
              <a:rPr lang="en-US" dirty="0"/>
              <a:t>3 → Ignition</a:t>
            </a:r>
          </a:p>
          <a:p>
            <a:endParaRPr lang="en-US" dirty="0"/>
          </a:p>
          <a:p>
            <a:r>
              <a:rPr lang="en-US" b="1" dirty="0"/>
              <a:t>Last 2 Digits: Fault Number</a:t>
            </a:r>
          </a:p>
          <a:p>
            <a:r>
              <a:rPr lang="en-US" dirty="0"/>
              <a:t>Specifies exact fault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C696D-D068-5B61-1694-5CF9B99CFA5A}"/>
              </a:ext>
            </a:extLst>
          </p:cNvPr>
          <p:cNvSpPr txBox="1"/>
          <p:nvPr/>
        </p:nvSpPr>
        <p:spPr>
          <a:xfrm>
            <a:off x="4299284" y="48126"/>
            <a:ext cx="762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Examples:</a:t>
            </a:r>
          </a:p>
          <a:p>
            <a:r>
              <a:rPr lang="en-US" dirty="0"/>
              <a:t>U0100 → Lost communication with ECU</a:t>
            </a:r>
          </a:p>
          <a:p>
            <a:r>
              <a:rPr lang="en-US" dirty="0"/>
              <a:t>U0121 → Lost communication with ABS</a:t>
            </a:r>
          </a:p>
          <a:p>
            <a:r>
              <a:rPr lang="en-US" dirty="0"/>
              <a:t>U1000 → CAN communication fault	</a:t>
            </a:r>
          </a:p>
          <a:p>
            <a:endParaRPr lang="en-US" dirty="0"/>
          </a:p>
          <a:p>
            <a:r>
              <a:rPr lang="en-US" dirty="0"/>
              <a:t>P0123  power train generic Fuel/Air system Throttle Position Sensor issue</a:t>
            </a:r>
          </a:p>
          <a:p>
            <a:endParaRPr lang="en-US" dirty="0"/>
          </a:p>
          <a:p>
            <a:r>
              <a:rPr lang="en-US" dirty="0"/>
              <a:t>B0020 → Airbag deployment circuit fault</a:t>
            </a:r>
          </a:p>
          <a:p>
            <a:r>
              <a:rPr lang="en-US" dirty="0"/>
              <a:t>B0100 → Crash sensor fault</a:t>
            </a:r>
          </a:p>
          <a:p>
            <a:r>
              <a:rPr lang="en-US" dirty="0"/>
              <a:t>B1000 → ECU internal fault</a:t>
            </a:r>
          </a:p>
          <a:p>
            <a:endParaRPr lang="en-US" dirty="0"/>
          </a:p>
          <a:p>
            <a:r>
              <a:rPr lang="en-US" dirty="0"/>
              <a:t>C0035 → Wheel speed sensor fault (ABS) behavior =ABS disabled, Warning lamp 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79A5A-3300-8776-06BF-0188B5F92882}"/>
              </a:ext>
            </a:extLst>
          </p:cNvPr>
          <p:cNvSpPr txBox="1"/>
          <p:nvPr/>
        </p:nvSpPr>
        <p:spPr>
          <a:xfrm>
            <a:off x="4299284" y="3718361"/>
            <a:ext cx="39463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3-Byte Format (UDS Internal)</a:t>
            </a:r>
          </a:p>
          <a:p>
            <a:r>
              <a:rPr lang="en-US" dirty="0"/>
              <a:t>	0x01 0x23 0x45  → 0x012345</a:t>
            </a:r>
          </a:p>
          <a:p>
            <a:r>
              <a:rPr lang="en-US" dirty="0"/>
              <a:t>Total = 24 bits</a:t>
            </a:r>
          </a:p>
          <a:p>
            <a:r>
              <a:rPr lang="en-US" dirty="0"/>
              <a:t>Used in ECU memory &amp; diagnostics</a:t>
            </a:r>
          </a:p>
          <a:p>
            <a:r>
              <a:rPr lang="en-US" dirty="0"/>
              <a:t>Accessed via services like:</a:t>
            </a:r>
          </a:p>
          <a:p>
            <a:r>
              <a:rPr lang="en-US" dirty="0"/>
              <a:t>	0x19 → Read DTC</a:t>
            </a:r>
          </a:p>
          <a:p>
            <a:r>
              <a:rPr lang="en-US" dirty="0"/>
              <a:t>	0x14 → Clear DTC</a:t>
            </a:r>
          </a:p>
          <a:p>
            <a:r>
              <a:rPr lang="en-US" b="1" dirty="0"/>
              <a:t>5-Digit Format (OBD Standard)</a:t>
            </a:r>
          </a:p>
          <a:p>
            <a:r>
              <a:rPr lang="en-US" dirty="0"/>
              <a:t>P0123</a:t>
            </a:r>
          </a:p>
          <a:p>
            <a:r>
              <a:rPr lang="en-US" dirty="0"/>
              <a:t>Human-readable format</a:t>
            </a:r>
          </a:p>
          <a:p>
            <a:r>
              <a:rPr lang="en-US" dirty="0"/>
              <a:t>Used in scan tools &amp; dashboards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8182F-6578-B631-3B9B-1507A440AB59}"/>
              </a:ext>
            </a:extLst>
          </p:cNvPr>
          <p:cNvSpPr txBox="1"/>
          <p:nvPr/>
        </p:nvSpPr>
        <p:spPr>
          <a:xfrm>
            <a:off x="8037095" y="4410859"/>
            <a:ext cx="43474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DTC Status Byte (Very Important)</a:t>
            </a:r>
          </a:p>
          <a:p>
            <a:pPr>
              <a:buNone/>
            </a:pPr>
            <a:r>
              <a:rPr lang="en-US" dirty="0"/>
              <a:t>Each DTC comes with a </a:t>
            </a:r>
            <a:r>
              <a:rPr lang="en-US" b="1" dirty="0"/>
              <a:t>status byte</a:t>
            </a:r>
            <a:r>
              <a:rPr lang="en-US" dirty="0"/>
              <a:t>. Key bits: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0 → Test failed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1 → Test failed this cycle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2 → Pending DTC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3 → Confirmed DTC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Bit 7 → Warning indicator (MIL ON)</a:t>
            </a:r>
          </a:p>
        </p:txBody>
      </p:sp>
    </p:spTree>
    <p:extLst>
      <p:ext uri="{BB962C8B-B14F-4D97-AF65-F5344CB8AC3E}">
        <p14:creationId xmlns:p14="http://schemas.microsoft.com/office/powerpoint/2010/main" val="201380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EAA15-2FF1-AD0A-721B-3D840000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3" t="16385" r="4849" b="15607"/>
          <a:stretch>
            <a:fillRect/>
          </a:stretch>
        </p:blipFill>
        <p:spPr>
          <a:xfrm>
            <a:off x="637545" y="395785"/>
            <a:ext cx="11285726" cy="582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30272-EC55-44B4-B922-C3A9A5497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1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3005304-A718-0BAD-ADFE-296D14568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9" y="541718"/>
            <a:ext cx="11862402" cy="614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FCAC0D-AB65-0E98-0BE9-4C08FAFC50E1}"/>
              </a:ext>
            </a:extLst>
          </p:cNvPr>
          <p:cNvSpPr txBox="1"/>
          <p:nvPr/>
        </p:nvSpPr>
        <p:spPr>
          <a:xfrm>
            <a:off x="114739" y="172386"/>
            <a:ext cx="512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CAPL</a:t>
            </a:r>
          </a:p>
        </p:txBody>
      </p:sp>
    </p:spTree>
    <p:extLst>
      <p:ext uri="{BB962C8B-B14F-4D97-AF65-F5344CB8AC3E}">
        <p14:creationId xmlns:p14="http://schemas.microsoft.com/office/powerpoint/2010/main" val="92259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ANoe - Tool for design and development of distributed systems -  Third-Party Products &amp; Services - MATLAB &amp; Simulink">
            <a:extLst>
              <a:ext uri="{FF2B5EF4-FFF2-40B4-BE49-F238E27FC236}">
                <a16:creationId xmlns:a16="http://schemas.microsoft.com/office/drawing/2014/main" id="{A67C60C1-410E-36AF-DDDA-AEB4AA9FC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6344" y="1401325"/>
            <a:ext cx="5732228" cy="366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XL Family, VN5610A, VN5640 | Vector">
            <a:extLst>
              <a:ext uri="{FF2B5EF4-FFF2-40B4-BE49-F238E27FC236}">
                <a16:creationId xmlns:a16="http://schemas.microsoft.com/office/drawing/2014/main" id="{8A4F0F9E-0DD7-1D6A-E735-C591DA249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321" y="0"/>
            <a:ext cx="5068653" cy="323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ANalyzer – ECU and Network Analysis | Vector | Vector">
            <a:extLst>
              <a:ext uri="{FF2B5EF4-FFF2-40B4-BE49-F238E27FC236}">
                <a16:creationId xmlns:a16="http://schemas.microsoft.com/office/drawing/2014/main" id="{50E032B1-276F-16F6-AC19-7AF3B1A6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696" y="3231491"/>
            <a:ext cx="633553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217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AF43A-7E56-8AD5-DF54-F6BADD25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76" y="478971"/>
            <a:ext cx="10991324" cy="578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6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36032</TotalTime>
  <Words>371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DTC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N RANJITH KUMAR</dc:creator>
  <cp:lastModifiedBy>D N RANJITH KUMAR</cp:lastModifiedBy>
  <cp:revision>8</cp:revision>
  <dcterms:created xsi:type="dcterms:W3CDTF">2026-03-25T16:02:13Z</dcterms:created>
  <dcterms:modified xsi:type="dcterms:W3CDTF">2026-05-13T10:09:35Z</dcterms:modified>
</cp:coreProperties>
</file>