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FC09-4CCE-3B10-4566-AA78FB433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9F23A-2026-8381-53E5-28944A2C7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DE820-F5DB-3718-4322-3F7AB500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1FAF-A416-04C8-C7A1-A92E97FF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0DBF3-44D5-4B91-A120-AED39BBB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98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CEAE-F12A-6F10-E6DE-FD1CE52C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9D4D2-4491-4368-A9C7-7C3B8058B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50B1F-4785-5B81-8C4C-905051F5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6CAE3-5306-5338-C192-DB3E5DDF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D6201-6A64-93E1-1B2C-F9F56A32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5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3A51-9E93-36DA-D37F-3839D0FB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DD76F-4C74-18ED-2424-659F232F1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6DC2-39A1-9154-3C65-7C435938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5781A-B206-8AF7-1637-5DB6DA71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29B3-494F-2B30-5FC7-0F010B26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4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D332-15F0-F2FB-AEC7-DB523C05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F9A6-2071-EF50-8E50-627F3813B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006E2-FA0E-7A0C-38F8-56133937C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87C3-01C8-79AD-7749-EFC17720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E7616-64D2-ABA1-D09E-C90FECE2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A706F-FFE8-69DA-E760-07EAC302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6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EB5B-9038-A799-8A77-4FFE422F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D3D0B-2860-4FD7-01B4-96F60BD56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DA5D4-2EB1-1642-66AC-ECB71F79C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1A080-8D3B-0E00-5ABC-7E8985260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4E2E0-02A3-45DC-3E2C-287203D58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363F4-F72A-DDC3-03AF-73ECCB2F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F766B-84F5-FF0E-A6B2-A7B4D7C9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AACA5-90DE-849D-0869-266CCD6B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2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1C81-B25A-5170-A1F9-78EBF6D2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C0EE-48C4-0123-CF31-6477083F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18004-85B5-A1D2-1137-928CB539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DB1A2-D7F3-1505-B256-6CA4B9AF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5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180CF-487D-99FC-BF99-9ADC5312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F0BA1-074D-283C-E22E-E0D47691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21A16-55ED-A5A0-9023-ADC01878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2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6545-8CF3-3EC8-83B6-4AB71429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79068-B52A-1B95-7D18-4765DFFBE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799B4-9FC0-819C-4187-0744FDE14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E653E-631F-61A0-ADA5-5D0B2919A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7A9C1-34FB-9FAD-CF5C-876E936A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C8758-F808-40A9-9E1D-9113C401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0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2C15-5FDC-512D-8ADF-B21D3225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6B923-4897-EAFB-9B63-73B917785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2012B-6F9E-41D4-242C-916216836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6DE52-C68A-326E-9A87-F86A2BD3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26970-BD36-2A50-F1C8-EEEF37CA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E133B-870C-7BA4-ABA9-23A35554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6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A595F-A4D7-CDCE-C64E-22D8C1CD0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892D2-8E5D-DC4B-B23B-330C6EFC4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28570-C76A-1077-3E0F-CF5C0603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97EC5-FBA7-AB93-C868-394A21856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F029E-67B1-C6CD-BAE4-C1D1A74F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0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EB01A3-48F1-6EF0-AB6F-00B43C850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487C7-77B0-D0C0-58A6-26110BA33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3D64-1C8D-302C-BE71-662980F7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2A1C3-CC8A-4F7C-A141-E5A391E3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90D1-65C5-0706-ECA4-A38ED851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3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B488C2-137C-0B6C-7110-BC6789B1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272C7-FF1C-D427-956A-73F3E1536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241F-2DCE-45D9-A87B-9D96B51D9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835CA-D061-41AA-BB11-55A45D11CCD2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53A6B-D674-7A9F-22D6-A8E6A7C7E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82CD-84DF-C0CB-01B5-530854379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8A4A6-B7C7-4482-A719-07AE51F3D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707B-181F-5AFB-43E5-48A2AC0DD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9C79E-176B-4928-8731-2EDC9BF8F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creen Recording 4">
            <a:hlinkClick r:id="" action="ppaction://media"/>
            <a:extLst>
              <a:ext uri="{FF2B5EF4-FFF2-40B4-BE49-F238E27FC236}">
                <a16:creationId xmlns:a16="http://schemas.microsoft.com/office/drawing/2014/main" id="{7207A966-4BC6-E1C2-CBC5-CA7EB9C4B8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0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N RANJITH KUMAR</dc:creator>
  <cp:lastModifiedBy>D N RANJITH KUMAR</cp:lastModifiedBy>
  <cp:revision>1</cp:revision>
  <dcterms:created xsi:type="dcterms:W3CDTF">2026-07-14T12:25:32Z</dcterms:created>
  <dcterms:modified xsi:type="dcterms:W3CDTF">2026-07-14T12:25:48Z</dcterms:modified>
</cp:coreProperties>
</file>